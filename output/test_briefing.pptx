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Industrial Turbine Assessment Briefing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KAVAAI Sovereign Air-Gapped Briefing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Air-gapped operation</a:t>
            </a:r>
          </a:p>
          <a:p>
            <a:pPr/>
            <a:r>
              <a:t>Zero WAN communication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Temperature: 72°C</a:t>
            </a:r>
          </a:p>
          <a:p>
            <a:pPr/>
            <a:r>
              <a:t>Vibration: Normal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