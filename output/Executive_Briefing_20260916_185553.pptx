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Assessment &amp; Approval Briefing — Machine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KAVAAI Sovereign On-Premise Audit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Field inspection report analyzed for Machine 101.</a:t>
            </a:r>
          </a:p>
          <a:p>
            <a:pPr/>
            <a:r>
              <a:t>Recorded temperature 84°C exceeds 80°C normal upper bound.</a:t>
            </a:r>
          </a:p>
          <a:p>
            <a:pPr/>
            <a:r>
              <a:t>Ventilation fan (1240 RPM) and coolant (68%) operating within specifications.</a:t>
            </a:r>
          </a:p>
          <a:p>
            <a:pPr/>
            <a:r>
              <a:t>Conditional approval granted subject to 48-hour radiator cleaning.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Findings &amp; 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Core Temperature: 84.2°C (Warning threshold reached; no critical trip).</a:t>
            </a:r>
          </a:p>
          <a:p>
            <a:pPr/>
            <a:r>
              <a:t>Radiator Fins: Visual evidence confirms 20-30% dust/lint blockage.</a:t>
            </a:r>
          </a:p>
          <a:p>
            <a:pPr/>
            <a:r>
              <a:t>Airflow restriction is confirmed primary driver of thermal variance.</a:t>
            </a:r>
          </a:p>
          <a:p>
            <a:pPr/>
            <a:r>
              <a:t>Cooling loops sealed with zero leakage detected.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SOP-042 Compliance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SOP-042 Section 3 Phase 1 Warning protocol activated.</a:t>
            </a:r>
          </a:p>
          <a:p>
            <a:pPr/>
            <a:r>
              <a:t>Execute thorough radiator fin cleaning within 48 hours.</a:t>
            </a:r>
          </a:p>
          <a:p>
            <a:pPr/>
            <a:r>
              <a:t>Set automated alert threshold at 88.0°C in telemetry monitor.</a:t>
            </a:r>
          </a:p>
          <a:p>
            <a:pPr/>
            <a:r>
              <a:t>Schedule follow-up thermal inspection within 72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