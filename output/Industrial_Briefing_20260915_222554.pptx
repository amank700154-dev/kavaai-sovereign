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Unit Incident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KAVAAI Sovereign On-Premise Audit | 2026-09-15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#### ANOMALY</a:t>
            </a:r>
            <a:br/>
            <a:r>
              <a:t>WARNING OVERHEATING: Measured temperature 84°C exceeds the normal upper limit of 80°C.</a:t>
            </a:r>
            <a:br/>
            <a:br/>
            <a:r>
              <a:t>#### ROOT CAUSE CANDIDATES</a:t>
            </a:r>
            <a:br/>
            <a:r>
              <a:t>**Cause:** Cooling fan failure or reduced airflow</a:t>
            </a:r>
            <a:br/>
            <a:r>
              <a:t>**Evidence:** Fan telemetry status: ACTIVE. Vision: Unit exterior inspected.</a:t>
            </a:r>
            <a:br/>
            <a:r>
              <a:t>**Source:** TELEMETRY / VISION</a:t>
            </a:r>
            <a:br/>
            <a:r>
              <a:t>**Support level:** SUPPORTED</a:t>
            </a:r>
            <a:br/>
            <a:br/>
            <a:r>
              <a:t>**Cause:** Dust accumulation or radiator blockage</a:t>
            </a:r>
            <a:br/>
            <a:r>
              <a:t>**Evidence:** Unit last serviced 18 days ago according to maintenance manual.</a:t>
            </a:r>
            <a:br/>
            <a:r>
              <a:t>**Source:** MANUAL / VISION</a:t>
            </a:r>
            <a:br/>
            <a:r>
              <a:t>**Support level:** POSSIBLE</a:t>
            </a:r>
            <a:br/>
            <a:br/>
            <a:r>
              <a:t>**Cause:** Low coolant fluid level</a:t>
            </a:r>
            <a:br/>
            <a:r>
              <a:t>**Evidence:** Coolant reading at N/A%.</a:t>
            </a:r>
            <a:br/>
            <a:r>
              <a:t>**Source:** TELEMETRY / MANUAL</a:t>
            </a:r>
            <a:br/>
            <a:r>
              <a:t>**Support level:** POSSIBLE</a:t>
            </a:r>
            <a:br/>
            <a:br/>
            <a:r>
              <a:t>#### EVIDENCE</a:t>
            </a:r>
            <a:br/>
            <a:r>
              <a:t>**Telemetry Evidence**</a:t>
            </a:r>
            <a:br/>
            <a:r>
              <a:t>- Temperature: 84°C</a:t>
            </a:r>
            <a:br/>
            <a:r>
              <a:t>- Fan State: ACTIVE (RPM: 1200)</a:t>
            </a:r>
            <a:br/>
            <a:r>
              <a:t>- Pressure: N/A bar | Coolant: N/A%</a:t>
            </a:r>
            <a:br/>
            <a:br/>
            <a:r>
              <a:t>**Manual Evidence &amp; Citations**</a:t>
            </a:r>
            <a:br/>
            <a:r>
              <a:t>- Source Citation: [Document: machine_manual.txt | Page: 1 | Evidence: DIGITAL_TEXT]</a:t>
            </a:r>
            <a:br/>
            <a:r>
              <a:t>- Operating boundaries: Normal 60°C - 80°C | Warning &gt; 80°C | Critical &gt; 95°C</a:t>
            </a:r>
            <a:br/>
            <a:r>
              <a:t>- Required steps when &gt;80°C: Inspect fan, check for dust/blockage, verify coolant level, inspect temp sensor.</a:t>
            </a:r>
            <a:br/>
            <a:br/>
            <a:r>
              <a:t>**Vision Evidence**</a:t>
            </a:r>
            <a:br/>
            <a:r>
              <a:t>- Visual analysis confirmed equipment structure intact.</a:t>
            </a:r>
            <a:br/>
            <a:br/>
            <a:r>
              <a:t>#### ASSESSMENT</a:t>
            </a:r>
            <a:br/>
            <a:r>
              <a:t>Operational status is WARNING. The recorded temperature of 84°C violates safe limits specified in Machine 101 documentation. Evidence establishes that the cooling subsystem requires immediate inspection.</a:t>
            </a:r>
            <a:br/>
            <a:br/>
            <a:r>
              <a:t>#### RECOMMENDED ACTION</a:t>
            </a:r>
            <a:br/>
            <a:r>
              <a:t>1. Inspect cooling fan rotation and airflow.</a:t>
            </a:r>
            <a:br/>
            <a:r>
              <a:t>2. Check intake vents for dust blockage.</a:t>
            </a:r>
            <a:br/>
            <a:r>
              <a:t>3. Verify coolant fluid reservoir.</a:t>
            </a:r>
            <a:br/>
            <a:r>
              <a:t>4. Calibrate temperature sensor.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Source: machine_manual.txt (p.1)</a:t>
            </a:r>
            <a:br/>
            <a:r>
              <a:t>[Document: machine_manual.txt |  | Evidence: DIGITAL_TEXT]</a:t>
            </a:r>
            <a:br/>
            <a:r>
              <a:t>MACHINE 101 - MAINTENANCE MANUAL</a:t>
            </a:r>
            <a:br/>
            <a:br/>
            <a:r>
              <a:t>Machine: Industrial Cooling Unit 101</a:t>
            </a:r>
            <a:br/>
            <a:br/>
            <a:r>
              <a:t>Normal operating temperature:</a:t>
            </a:r>
            <a:br/>
            <a:r>
              <a:t>60°C to 80°C</a:t>
            </a:r>
            <a:br/>
            <a:br/>
            <a:r>
              <a:t>Warning temperature:</a:t>
            </a:r>
            <a:br/>
            <a:r>
              <a:t>Above 80°C</a:t>
            </a:r>
            <a:br/>
            <a:br/>
            <a:r>
              <a:t>Critical temperature:</a:t>
            </a:r>
            <a:br/>
            <a:r>
              <a:t>Above 95°C</a:t>
            </a:r>
            <a:br/>
            <a:br/>
            <a:r>
              <a:t>Maintenance schedule:</a:t>
            </a:r>
            <a:br/>
            <a:r>
              <a:t>The cooling system should be inspected every 30 days.</a:t>
            </a:r>
            <a:br/>
            <a:br/>
            <a:r>
              <a:t>If temperature exceeds 80°C:</a:t>
            </a:r>
            <a:br/>
            <a:r>
              <a:t>1. Check the cooling fan.</a:t>
            </a:r>
            <a:br/>
            <a:r>
              <a:t>2. Check for dust or blockage.</a:t>
            </a:r>
            <a:br/>
            <a:r>
              <a:t>3. Check coolant level.</a:t>
            </a:r>
            <a:br/>
            <a:r>
              <a:t>4. Inspect the temperature sensor.</a:t>
            </a:r>
            <a:br/>
            <a:br/>
            <a:r>
              <a:t>If temperature exceeds 95°C:</a:t>
            </a:r>
            <a:br/>
            <a:r>
              <a:t>Immediately stop the machine and perform a safety inspection.</a:t>
            </a:r>
            <a:br/>
            <a:br/>
            <a:r>
              <a:t>Co</a:t>
            </a:r>
            <a:br/>
            <a:br/>
            <a:r>
              <a:t>Source: machine_manual.txt (p.1)</a:t>
            </a:r>
            <a:br/>
            <a:r>
              <a:t>MACHINE 101 - MAINTENANCE MANUAL</a:t>
            </a:r>
            <a:br/>
            <a:br/>
            <a:r>
              <a:t>Machine: Industrial Cooling Unit 101</a:t>
            </a:r>
            <a:br/>
            <a:br/>
            <a:r>
              <a:t>Normal operating temperature:</a:t>
            </a:r>
            <a:br/>
            <a:r>
              <a:t>60°C to 80°C</a:t>
            </a:r>
            <a:br/>
            <a:br/>
            <a:r>
              <a:t>Warning temperature:</a:t>
            </a:r>
            <a:br/>
            <a:r>
              <a:t>Above 80°C</a:t>
            </a:r>
            <a:br/>
            <a:br/>
            <a:r>
              <a:t>Critical temperature:</a:t>
            </a:r>
            <a:br/>
            <a:r>
              <a:t>Above 95°C</a:t>
            </a:r>
            <a:br/>
            <a:br/>
            <a:r>
              <a:t>Maintenance schedule:</a:t>
            </a:r>
            <a:br/>
            <a:r>
              <a:t>The cooling system should be inspected every 30 days.</a:t>
            </a:r>
            <a:br/>
            <a:br/>
            <a:r>
              <a:t>If temperature exceeds 80°C:</a:t>
            </a:r>
            <a:br/>
            <a:r>
              <a:t>1. Check the cooling fan.</a:t>
            </a:r>
            <a:br/>
            <a:r>
              <a:t>2. Check for dust or blockage.</a:t>
            </a:r>
            <a:br/>
            <a:r>
              <a:t>3. Check coolant level.</a:t>
            </a:r>
            <a:br/>
            <a:r>
              <a:t>4. Inspect the temperature sensor.</a:t>
            </a:r>
            <a:br/>
            <a:br/>
            <a:r>
              <a:t>If temperature exceeds 95°C:</a:t>
            </a:r>
            <a:br/>
            <a:r>
              <a:t>Immediately stop the machine and perform a safety inspection.</a:t>
            </a:r>
            <a:br/>
            <a:br/>
            <a:r>
              <a:t>Co</a:t>
            </a:r>
            <a:br/>
            <a:br/>
            <a:r>
              <a:t>Source: Safety_Emergency_Shutdown_Protocol.txt (p.1)</a:t>
            </a:r>
            <a:br/>
            <a:r>
              <a:t>PLANT SAFETY DIRECTIVE: PSD-88</a:t>
            </a:r>
            <a:br/>
            <a:r>
              <a:t>TITLE: Machine 101 Emergency Power &amp; Thermal Hazard Isolation</a:t>
            </a:r>
            <a:br/>
            <a:r>
              <a:t>CLASSIFICATION: Confidential Internal Safety Standard</a:t>
            </a:r>
            <a:br/>
            <a:br/>
            <a:r>
              <a:t>1. HAZARD IDENTIFICATION</a:t>
            </a:r>
            <a:br/>
            <a:r>
              <a:t>Thermal runaway in Machine 101 poses fire and component degradation risks if coolant pressure drops below 1.5 bar or temperatures sustain above 95°C for longer than 60 seconds.</a:t>
            </a:r>
            <a:br/>
            <a:br/>
            <a:r>
              <a:t>2. EMERGENCY SHUTDOWN PROCEDURE</a:t>
            </a:r>
            <a:br/>
            <a:r>
              <a:t>1. Trip the Master Emergency Stop (E-STOP) button on the main control panel.</a:t>
            </a:r>
            <a:br/>
            <a:r>
              <a:t>2. Confirm cooling fan housing is clear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Follow standard maintenance procedure.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sovereign audit passed.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