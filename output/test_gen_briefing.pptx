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101 Thermal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Confidential Internal Audit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Equipment inspected.</a:t>
            </a:r>
          </a:p>
          <a:p>
            <a:pPr/>
            <a:r>
              <a:t>SOP-042 limits verified.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Operating temp 84.2°C.</a:t>
            </a:r>
          </a:p>
          <a:p>
            <a:pPr/>
            <a:r>
              <a:t>Radiator 20-30% dust.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Schedule radiator fin cleaning within 48h.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