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KAVAAI Sovereign On-Premise Audit | 2026-09-16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Equipment inspection complete.</a:t>
            </a:r>
          </a:p>
          <a:p>
            <a:pPr/>
            <a:r>
              <a:t>Telemetry verified against SOP boundaries.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Operating temperatures logged within safe envelope.</a:t>
            </a:r>
          </a:p>
          <a:p>
            <a:pPr/>
            <a:r>
              <a:t>Zero external cloud 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Adhere to scheduled maintenance interval.</a:t>
            </a:r>
          </a:p>
          <a:p>
            <a:pPr/>
            <a:r>
              <a:t>Inspect fan louvers and coolant reservoir.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