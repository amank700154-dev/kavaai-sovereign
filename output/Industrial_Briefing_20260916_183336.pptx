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Industrial Briefing — Machine 101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KAVAAI Sovereign On-Premise Audit | 2026-09-16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Equipment telemetry continuously monitored via air-gapped sovereign AI.</a:t>
            </a:r>
          </a:p>
          <a:p>
            <a:pPr/>
            <a:r>
              <a:t>No external cloud services or WAN communication utilized.</a:t>
            </a:r>
          </a:p>
          <a:p>
            <a:pPr/>
            <a:r>
              <a:t>SOP compliance verified against local technical manuals.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Telemetry &amp; Anomaly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Operating Temperature: Within acceptable manufacturer envelope (&lt;= 80°C).</a:t>
            </a:r>
          </a:p>
          <a:p>
            <a:pPr/>
            <a:r>
              <a:t>Cooling Systems: Active ventilation fan operational.</a:t>
            </a:r>
          </a:p>
          <a:p>
            <a:pPr/>
            <a:r>
              <a:t>Vibration Metrics: Normal damping observed across baseline.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Corrective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Conduct standard preventive inspection as per Section 4.2.</a:t>
            </a:r>
          </a:p>
          <a:p>
            <a:pPr/>
            <a:r>
              <a:t>Maintain coolant levels above minimum threshold (60%).</a:t>
            </a:r>
          </a:p>
          <a:p>
            <a:pPr/>
            <a:r>
              <a:t>Next inspection scheduled per standard maintenance cycle.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